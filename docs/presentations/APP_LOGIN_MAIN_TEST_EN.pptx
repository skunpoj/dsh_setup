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ed00f8ecc04822" /><Relationship Type="http://schemas.openxmlformats.org/officeDocument/2006/relationships/extended-properties" Target="/docProps/app.xml" Id="R2e38a5284dc1480f" /><Relationship Type="http://schemas.openxmlformats.org/officeDocument/2006/relationships/officeDocument" Target="/ppt/presentation.xml" Id="Rd032470be5c74675" /></Relationships>
</file>

<file path=ppt/presentation.xml><?xml version="1.0" encoding="utf-8"?>
<p:presentation xmlns:p="http://schemas.openxmlformats.org/presentationml/2006/main">
  <p:sldMasterIdLst>
    <p:sldMasterId xmlns:r="http://schemas.openxmlformats.org/officeDocument/2006/relationships" id="2147483648" r:id="R854163eccc884df7"/>
  </p:sldMasterIdLst>
  <p:notesMasterIdLst>
    <p:notesMasterId xmlns:r="http://schemas.openxmlformats.org/officeDocument/2006/relationships" r:id="Ra0acdf6ce6b6405b"/>
  </p:notesMasterIdLst>
  <p:sldIdLst>
    <p:sldId xmlns:r="http://schemas.openxmlformats.org/officeDocument/2006/relationships" id="256" r:id="R5ead2add862842ba"/>
    <p:sldId xmlns:r="http://schemas.openxmlformats.org/officeDocument/2006/relationships" id="257" r:id="R1f88275ca7f749f5"/>
    <p:sldId xmlns:r="http://schemas.openxmlformats.org/officeDocument/2006/relationships" id="258" r:id="R6982b3dc2a9d41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dde7095c264267" /><Relationship Type="http://schemas.openxmlformats.org/officeDocument/2006/relationships/slideMaster" Target="/ppt/slideMasters/slideMaster1.xml" Id="R854163eccc884df7" /><Relationship Type="http://schemas.openxmlformats.org/officeDocument/2006/relationships/notesMaster" Target="/ppt/notesMasters/notesMaster1.xml" Id="Ra0acdf6ce6b6405b" /><Relationship Type="http://schemas.openxmlformats.org/officeDocument/2006/relationships/presProps" Target="/ppt/presProps.xml" Id="Rc3a8df5fa1e74644" /><Relationship Type="http://schemas.openxmlformats.org/officeDocument/2006/relationships/tableStyles" Target="/ppt/tableStyles.xml" Id="R2d801ccf68194732" /><Relationship Type="http://schemas.openxmlformats.org/officeDocument/2006/relationships/slide" Target="/ppt/slides/slide1.xml" Id="R5ead2add862842ba" /><Relationship Type="http://schemas.openxmlformats.org/officeDocument/2006/relationships/slide" Target="/ppt/slides/slide2.xml" Id="R1f88275ca7f749f5" /><Relationship Type="http://schemas.openxmlformats.org/officeDocument/2006/relationships/slide" Target="/ppt/slides/slide3.xml" Id="R6982b3dc2a9d41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a0555dce2b47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cf1b67272643fa" /><Relationship Type="http://schemas.openxmlformats.org/officeDocument/2006/relationships/notesMaster" Target="/ppt/notesMasters/notesMaster1.xml" Id="R5f14df04e8744d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defc172cd8403a" /><Relationship Type="http://schemas.openxmlformats.org/officeDocument/2006/relationships/notesMaster" Target="/ppt/notesMasters/notesMaster1.xml" Id="R23a7e1de7b154b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62096d07494e90" /><Relationship Type="http://schemas.openxmlformats.org/officeDocument/2006/relationships/notesMaster" Target="/ppt/notesMasters/notesMaster1.xml" Id="R16b83855429c45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D S H already offers local application ports and approved external H T T P S targets. The visitor access selector offers Require D S H sign in and Public access. Authenticated sharing and destination permissions are separate. RegChat is a configured example, rather than a special login mechanism. Use the Main settings page and the approved application links supplied by your operator. Opening a saved link does not create a mapping, start an application, or change its permissions.</a:t>
            </a:r>
          </a:p>
          <a:p xmlns:a="http://schemas.openxmlformats.org/drawingml/2006/main">
            <a:r>
              <a:t/>
            </a:r>
          </a:p>
          <a:p xmlns:a="http://schemas.openxmlformats.org/drawingml/2006/main">
            <a:r>
              <a:t>Source: verified app login records and current Main UI. Main controls and Test media hosting are separate. No destination answer-generation test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and Test serve different purposes. The gated and Public RegChat examples are available through Main. App Five and App Six are controlled Test examples. App Five requires a normal D S H session. Sign in through normal D S H, then return to the original application tab. That tab resumes its original application path. App Six uses Public routing, but the destination can still require its own login. Public access does not open a workspace, notebook, terminal, or chat history.</a:t>
            </a:r>
          </a:p>
          <a:p xmlns:a="http://schemas.openxmlformats.org/drawingml/2006/main">
            <a:r>
              <a:t/>
            </a:r>
          </a:p>
          <a:p xmlns:a="http://schemas.openxmlformats.org/drawingml/2006/main">
            <a:r>
              <a:t>Source: verified app login records and current Main UI. Main controls and Test media hosting are separate. No destination answer-generation test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fresh D S H logout and sign in check returned App Five to the correct original path and restored normal No Internet sign in. Its separate destination session remained intact. App Six protected content rejected access before its own login, then opened without a D S H cookie. That Public session could not bypass App Five. The latest full English course is hosted in the Test documentation library. This identifies where the media is hosted. Main application controls are already live. The earlier course chapters remain available.</a:t>
            </a:r>
          </a:p>
          <a:p xmlns:a="http://schemas.openxmlformats.org/drawingml/2006/main">
            <a:r>
              <a:t/>
            </a:r>
          </a:p>
          <a:p xmlns:a="http://schemas.openxmlformats.org/drawingml/2006/main">
            <a:r>
              <a:t>Source: verified app login records and current Main UI. Main controls and Test media hosting are separate. No destination answer-generation test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b499918a424d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05488d00d340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656ee64d8b46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546b0853e64e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dc2067b9114f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35c8d9745847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F7590E-26DD-4130-8361-A46AD95C21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238B49-550F-4FA1-AB13-5FEAE2C598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61AFC76-3FA8-40CC-B547-108EE845B0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ECFAC-70D9-42A7-A4C9-820F1A7319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75AA78-5B26-4E34-8849-04EAD628C0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2FB331-81AB-4778-AC54-D67E4CFC3E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476F2C-E3CA-43E1-B080-3A6E06B463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A0609B-856D-42B7-9B09-157211CE12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1F5B9C-35DB-490E-8B34-DDEECA9244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EEF5BC-4AEF-4A9C-A658-FC0126CC81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15930bec774a20" /><Relationship Type="http://schemas.openxmlformats.org/officeDocument/2006/relationships/slideLayout" Target="/ppt/slideLayouts/slideLayout1.xml" Id="R92272668e83340c3" /><Relationship Type="http://schemas.openxmlformats.org/officeDocument/2006/relationships/slideLayout" Target="/ppt/slideLayouts/slideLayout2.xml" Id="Rf46845ba0ca6474a" /><Relationship Type="http://schemas.openxmlformats.org/officeDocument/2006/relationships/slideLayout" Target="/ppt/slideLayouts/slideLayout3.xml" Id="Rc9814d204e1f4dfb" /><Relationship Type="http://schemas.openxmlformats.org/officeDocument/2006/relationships/slideLayout" Target="/ppt/slideLayouts/slideLayout4.xml" Id="Re74f16c8ba714a39" /><Relationship Type="http://schemas.openxmlformats.org/officeDocument/2006/relationships/slideLayout" Target="/ppt/slideLayouts/slideLayout5.xml" Id="R438c62008d444b87" /><Relationship Type="http://schemas.openxmlformats.org/officeDocument/2006/relationships/slideLayout" Target="/ppt/slideLayouts/slideLayout6.xml" Id="R13dcbbac46dc49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272668e83340c3"/>
    <p:sldLayoutId xmlns:r="http://schemas.openxmlformats.org/officeDocument/2006/relationships" id="2147483650" r:id="Rf46845ba0ca6474a"/>
    <p:sldLayoutId xmlns:r="http://schemas.openxmlformats.org/officeDocument/2006/relationships" id="2147483651" r:id="Rc9814d204e1f4dfb"/>
    <p:sldLayoutId xmlns:r="http://schemas.openxmlformats.org/officeDocument/2006/relationships" id="2147483652" r:id="Re74f16c8ba714a39"/>
    <p:sldLayoutId xmlns:r="http://schemas.openxmlformats.org/officeDocument/2006/relationships" id="2147483653" r:id="R438c62008d444b87"/>
    <p:sldLayoutId xmlns:r="http://schemas.openxmlformats.org/officeDocument/2006/relationships" id="2147483654" r:id="R13dcbbac46dc49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84bcf7c29a9e4fb5"/><Relationship Type="http://schemas.openxmlformats.org/officeDocument/2006/relationships/notesSlide" Target="/ppt/notesSlides/notesSlide1.xml" Id="Rb51659d484ea41f7"/><Relationship Id="rIdCurrentAppLink1" Type="http://schemas.openxmlformats.org/officeDocument/2006/relationships/hyperlink" Target="https://github.com/skunpoj/dsh_setup"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9a7e1a00034241" /><Relationship Type="http://schemas.openxmlformats.org/officeDocument/2006/relationships/notesSlide" Target="/ppt/notesSlides/notesSlide2.xml" Id="R7c0ac30c0b534bc6"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4fd74aa7c7fb4540"/><Relationship Type="http://schemas.openxmlformats.org/officeDocument/2006/relationships/notesSlide" Target="/ppt/notesSlides/notesSlide3.xml" Id="R8e98b94b64e84837"/><Relationship Id="rIdCurrentAppLink2" Type="http://schemas.openxmlformats.org/officeDocument/2006/relationships/hyperlink" Target="https://github.com/skunpoj/dsh_setup/blob/main/docs/APP_LINKS_AND_STATUS.html" TargetMode="Externa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69903D-1E32-45DE-A561-E55F6213B7BE}"/>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D45"/>
                </a:solidFill>
                <a:latin typeface="Leelawadee UI"/>
                <a:ea typeface="Leelawadee UI"/>
                <a:cs typeface="Leelawadee UI"/>
              </a:defRPr>
            </a:defPPr>
            <a:lvl1pPr>
              <a:defRPr sz="3150" b="1">
                <a:solidFill>
                  <a:srgbClr val="102D45"/>
                </a:solidFill>
                <a:latin typeface="Leelawadee UI"/>
                <a:ea typeface="Leelawadee UI"/>
                <a:cs typeface="Leelawadee UI"/>
              </a:defRPr>
            </a:lvl1pPr>
            <a:lvl2pPr>
              <a:defRPr sz="3150" b="1">
                <a:solidFill>
                  <a:srgbClr val="102D45"/>
                </a:solidFill>
                <a:latin typeface="Leelawadee UI"/>
                <a:ea typeface="Leelawadee UI"/>
                <a:cs typeface="Leelawadee UI"/>
              </a:defRPr>
            </a:lvl2pPr>
            <a:lvl3pPr>
              <a:defRPr sz="3150" b="1">
                <a:solidFill>
                  <a:srgbClr val="102D45"/>
                </a:solidFill>
                <a:latin typeface="Leelawadee UI"/>
                <a:ea typeface="Leelawadee UI"/>
                <a:cs typeface="Leelawadee UI"/>
              </a:defRPr>
            </a:lvl3pPr>
            <a:lvl4pPr>
              <a:defRPr sz="3150" b="1">
                <a:solidFill>
                  <a:srgbClr val="102D45"/>
                </a:solidFill>
                <a:latin typeface="Leelawadee UI"/>
                <a:ea typeface="Leelawadee UI"/>
                <a:cs typeface="Leelawadee UI"/>
              </a:defRPr>
            </a:lvl4pPr>
            <a:lvl5pPr>
              <a:defRPr sz="3150" b="1">
                <a:solidFill>
                  <a:srgbClr val="102D45"/>
                </a:solidFill>
                <a:latin typeface="Leelawadee UI"/>
                <a:ea typeface="Leelawadee UI"/>
                <a:cs typeface="Leelawadee UI"/>
              </a:defRPr>
            </a:lvl5pPr>
            <a:lvl6pPr>
              <a:defRPr sz="3150" b="1">
                <a:solidFill>
                  <a:srgbClr val="102D45"/>
                </a:solidFill>
                <a:latin typeface="Leelawadee UI"/>
                <a:ea typeface="Leelawadee UI"/>
                <a:cs typeface="Leelawadee UI"/>
              </a:defRPr>
            </a:lvl6pPr>
            <a:lvl7pPr>
              <a:defRPr sz="3150" b="1">
                <a:solidFill>
                  <a:srgbClr val="102D45"/>
                </a:solidFill>
                <a:latin typeface="Leelawadee UI"/>
                <a:ea typeface="Leelawadee UI"/>
                <a:cs typeface="Leelawadee UI"/>
              </a:defRPr>
            </a:lvl7pPr>
            <a:lvl8pPr>
              <a:defRPr sz="3150" b="1">
                <a:solidFill>
                  <a:srgbClr val="102D45"/>
                </a:solidFill>
                <a:latin typeface="Leelawadee UI"/>
                <a:ea typeface="Leelawadee UI"/>
                <a:cs typeface="Leelawadee UI"/>
              </a:defRPr>
            </a:lvl8pPr>
            <a:lvl9pPr>
              <a:defRPr sz="3150" b="1">
                <a:solidFill>
                  <a:srgbClr val="102D45"/>
                </a:solidFill>
                <a:latin typeface="Leelawadee UI"/>
                <a:ea typeface="Leelawadee UI"/>
                <a:cs typeface="Leelawadee UI"/>
              </a:defRPr>
            </a:lvl9pPr>
          </a:lstStyle>
          <a:p xmlns:a="http://schemas.openxmlformats.org/drawingml/2006/main">
            <a:pPr>
              <a:defRPr sz="3150" b="1">
                <a:solidFill>
                  <a:srgbClr val="102D45"/>
                </a:solidFill>
                <a:latin typeface="Leelawadee UI"/>
                <a:ea typeface="Leelawadee UI"/>
                <a:cs typeface="Leelawadee UI"/>
              </a:defRPr>
            </a:pPr>
            <a:r>
              <a:rPr sz="3150" b="1">
                <a:solidFill>
                  <a:srgbClr val="102D45"/>
                </a:solidFill>
                <a:latin typeface="Leelawadee UI"/>
                <a:ea typeface="Leelawadee UI"/>
                <a:cs typeface="Leelawadee UI"/>
              </a:rPr>
              <a:t>Main DSH controls and working examples</a:t>
            </a:r>
          </a:p>
        </p:txBody>
      </p:sp>
      <p:sp>
        <p:nvSpPr>
          <p:cNvPr id="2" name="">
            <a:extLst xmlns:a="http://schemas.openxmlformats.org/drawingml/2006/main">
              <a:ext uri="{FF2B5EF4-FFF2-40B4-BE49-F238E27FC236}">
                <a16:creationId xmlns:a16="http://schemas.microsoft.com/office/drawing/2014/main" id="{C1E22A5D-22F0-46B5-83CC-9D823A8BC16F}"/>
              </a:ext>
            </a:extLst>
          </p:cNvPr>
          <p:cNvSpPr>
            <a:spLocks xmlns:a="http://schemas.openxmlformats.org/drawingml/2006/main" noGrp="1"/>
          </p:cNvSpPr>
          <p:nvPr/>
        </p:nvSpPr>
        <p:spPr>
          <a:xfrm xmlns:a="http://schemas.openxmlformats.org/drawingml/2006/main">
            <a:off x="628650" y="171450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01</a:t>
            </a:r>
          </a:p>
        </p:txBody>
      </p:sp>
      <p:sp>
        <p:nvSpPr>
          <p:cNvPr id="3" name="">
            <a:extLst xmlns:a="http://schemas.openxmlformats.org/drawingml/2006/main">
              <a:ext uri="{FF2B5EF4-FFF2-40B4-BE49-F238E27FC236}">
                <a16:creationId xmlns:a16="http://schemas.microsoft.com/office/drawing/2014/main" id="{ABB88352-163A-4DAF-A087-20C5C140F2D6}"/>
              </a:ext>
            </a:extLst>
          </p:cNvPr>
          <p:cNvSpPr>
            <a:spLocks xmlns:a="http://schemas.openxmlformats.org/drawingml/2006/main" noGrp="1"/>
          </p:cNvSpPr>
          <p:nvPr/>
        </p:nvSpPr>
        <p:spPr>
          <a:xfrm xmlns:a="http://schemas.openxmlformats.org/drawingml/2006/main">
            <a:off x="1371600" y="1695450"/>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Main settings: open your operator-approved DSH address.</a:t>
            </a:r>
          </a:p>
        </p:txBody>
      </p:sp>
      <p:sp>
        <p:nvSpPr>
          <p:cNvPr id="4" name="">
            <a:extLst xmlns:a="http://schemas.openxmlformats.org/drawingml/2006/main">
              <a:ext uri="{FF2B5EF4-FFF2-40B4-BE49-F238E27FC236}">
                <a16:creationId xmlns:a16="http://schemas.microsoft.com/office/drawing/2014/main" id="{9AF11B5B-A6D5-48ED-B4FF-DF783F6A0893}"/>
              </a:ext>
            </a:extLst>
          </p:cNvPr>
          <p:cNvSpPr>
            <a:spLocks xmlns:a="http://schemas.openxmlformats.org/drawingml/2006/main" noGrp="1"/>
          </p:cNvSpPr>
          <p:nvPr/>
        </p:nvSpPr>
        <p:spPr>
          <a:xfrm xmlns:a="http://schemas.openxmlformats.org/drawingml/2006/main">
            <a:off x="628650" y="271462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02</a:t>
            </a:r>
          </a:p>
        </p:txBody>
      </p:sp>
      <p:sp>
        <p:nvSpPr>
          <p:cNvPr id="5" name="">
            <a:extLst xmlns:a="http://schemas.openxmlformats.org/drawingml/2006/main">
              <a:ext uri="{FF2B5EF4-FFF2-40B4-BE49-F238E27FC236}">
                <a16:creationId xmlns:a16="http://schemas.microsoft.com/office/drawing/2014/main" id="{793799C1-3897-4268-9896-5CD348B1058F}"/>
              </a:ext>
            </a:extLst>
          </p:cNvPr>
          <p:cNvSpPr>
            <a:spLocks xmlns:a="http://schemas.openxmlformats.org/drawingml/2006/main" noGrp="1"/>
          </p:cNvSpPr>
          <p:nvPr/>
        </p:nvSpPr>
        <p:spPr>
          <a:xfrm xmlns:a="http://schemas.openxmlformats.org/drawingml/2006/main">
            <a:off x="1371600" y="2695575"/>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Local ports and approved external HTTPS targets are available.</a:t>
            </a:r>
          </a:p>
        </p:txBody>
      </p:sp>
      <p:sp>
        <p:nvSpPr>
          <p:cNvPr id="6" name="">
            <a:extLst xmlns:a="http://schemas.openxmlformats.org/drawingml/2006/main">
              <a:ext uri="{FF2B5EF4-FFF2-40B4-BE49-F238E27FC236}">
                <a16:creationId xmlns:a16="http://schemas.microsoft.com/office/drawing/2014/main" id="{42EC2DCF-2EE0-42DC-A990-F0B3CD5F0710}"/>
              </a:ext>
            </a:extLst>
          </p:cNvPr>
          <p:cNvSpPr>
            <a:spLocks xmlns:a="http://schemas.openxmlformats.org/drawingml/2006/main" noGrp="1"/>
          </p:cNvSpPr>
          <p:nvPr/>
        </p:nvSpPr>
        <p:spPr>
          <a:xfrm xmlns:a="http://schemas.openxmlformats.org/drawingml/2006/main">
            <a:off x="628650" y="371475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03</a:t>
            </a:r>
          </a:p>
        </p:txBody>
      </p:sp>
      <p:sp>
        <p:nvSpPr>
          <p:cNvPr id="7" name="">
            <a:extLst xmlns:a="http://schemas.openxmlformats.org/drawingml/2006/main">
              <a:ext uri="{FF2B5EF4-FFF2-40B4-BE49-F238E27FC236}">
                <a16:creationId xmlns:a16="http://schemas.microsoft.com/office/drawing/2014/main" id="{AAA892FB-45DC-44F7-BE82-B242AEB1993D}"/>
              </a:ext>
            </a:extLst>
          </p:cNvPr>
          <p:cNvSpPr>
            <a:spLocks xmlns:a="http://schemas.openxmlformats.org/drawingml/2006/main" noGrp="1"/>
          </p:cNvSpPr>
          <p:nvPr/>
        </p:nvSpPr>
        <p:spPr>
          <a:xfrm xmlns:a="http://schemas.openxmlformats.org/drawingml/2006/main">
            <a:off x="1371600" y="3695700"/>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Visitor access offers Require DSH sign-in and Public.</a:t>
            </a:r>
          </a:p>
        </p:txBody>
      </p:sp>
      <p:sp>
        <p:nvSpPr>
          <p:cNvPr id="8" name="">
            <a:extLst xmlns:a="http://schemas.openxmlformats.org/drawingml/2006/main">
              <a:ext uri="{FF2B5EF4-FFF2-40B4-BE49-F238E27FC236}">
                <a16:creationId xmlns:a16="http://schemas.microsoft.com/office/drawing/2014/main" id="{7DFCE89F-7B49-4CBB-BB95-4FFE455605E6}"/>
              </a:ext>
            </a:extLst>
          </p:cNvPr>
          <p:cNvSpPr>
            <a:spLocks xmlns:a="http://schemas.openxmlformats.org/drawingml/2006/main" noGrp="1"/>
          </p:cNvSpPr>
          <p:nvPr/>
        </p:nvSpPr>
        <p:spPr>
          <a:xfrm xmlns:a="http://schemas.openxmlformats.org/drawingml/2006/main">
            <a:off x="628650" y="471487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04</a:t>
            </a:r>
          </a:p>
        </p:txBody>
      </p:sp>
      <p:sp>
        <p:nvSpPr>
          <p:cNvPr id="9" name="">
            <a:extLst xmlns:a="http://schemas.openxmlformats.org/drawingml/2006/main">
              <a:ext uri="{FF2B5EF4-FFF2-40B4-BE49-F238E27FC236}">
                <a16:creationId xmlns:a16="http://schemas.microsoft.com/office/drawing/2014/main" id="{AD41A5F4-9DDD-46D5-AF65-19AF15151A37}"/>
              </a:ext>
            </a:extLst>
          </p:cNvPr>
          <p:cNvSpPr>
            <a:spLocks xmlns:a="http://schemas.openxmlformats.org/drawingml/2006/main" noGrp="1"/>
          </p:cNvSpPr>
          <p:nvPr/>
        </p:nvSpPr>
        <p:spPr>
          <a:xfrm xmlns:a="http://schemas.openxmlformats.org/drawingml/2006/main">
            <a:off x="1371600" y="4695825"/>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u="sng">
                <a:solidFill>
                  <a:srgbClr val="102D45"/>
                </a:solidFill>
                <a:latin typeface="Leelawadee UI"/>
                <a:ea typeface="Leelawadee UI"/>
                <a:cs typeface="Leelawadee UI"/>
                <a:hlinkClick xmlns:ns0="http://schemas.openxmlformats.org/officeDocument/2006/relationships" ns0:id="rIdCurrentAppLink1"/>
              </a:rPr>
              <a:t>Setup and app guide: github.com/skunpoj/dsh_setup</a:t>
            </a:r>
          </a:p>
        </p:txBody>
      </p:sp>
      <p:sp>
        <p:nvSpPr>
          <p:cNvPr id="10" name="">
            <a:extLst xmlns:a="http://schemas.openxmlformats.org/drawingml/2006/main">
              <a:ext uri="{FF2B5EF4-FFF2-40B4-BE49-F238E27FC236}">
                <a16:creationId xmlns:a16="http://schemas.microsoft.com/office/drawing/2014/main" id="{98E64218-86FF-45CC-A73C-3C4EF63A934C}"/>
              </a:ext>
            </a:extLst>
          </p:cNvPr>
          <p:cNvSpPr>
            <a:spLocks xmlns:a="http://schemas.openxmlformats.org/drawingml/2006/main" noGrp="1"/>
          </p:cNvSpPr>
          <p:nvPr/>
        </p:nvSpPr>
        <p:spPr>
          <a:xfrm xmlns:a="http://schemas.openxmlformats.org/drawingml/2006/main">
            <a:off x="647700" y="62579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8"/>
                </a:solidFill>
                <a:latin typeface="Leelawadee UI"/>
                <a:ea typeface="Leelawadee UI"/>
                <a:cs typeface="Leelawadee UI"/>
              </a:defRPr>
            </a:defPPr>
            <a:lvl1pPr>
              <a:defRPr sz="1275" b="0">
                <a:solidFill>
                  <a:srgbClr val="526578"/>
                </a:solidFill>
                <a:latin typeface="Leelawadee UI"/>
                <a:ea typeface="Leelawadee UI"/>
                <a:cs typeface="Leelawadee UI"/>
              </a:defRPr>
            </a:lvl1pPr>
            <a:lvl2pPr>
              <a:defRPr sz="1275" b="0">
                <a:solidFill>
                  <a:srgbClr val="526578"/>
                </a:solidFill>
                <a:latin typeface="Leelawadee UI"/>
                <a:ea typeface="Leelawadee UI"/>
                <a:cs typeface="Leelawadee UI"/>
              </a:defRPr>
            </a:lvl2pPr>
            <a:lvl3pPr>
              <a:defRPr sz="1275" b="0">
                <a:solidFill>
                  <a:srgbClr val="526578"/>
                </a:solidFill>
                <a:latin typeface="Leelawadee UI"/>
                <a:ea typeface="Leelawadee UI"/>
                <a:cs typeface="Leelawadee UI"/>
              </a:defRPr>
            </a:lvl3pPr>
            <a:lvl4pPr>
              <a:defRPr sz="1275" b="0">
                <a:solidFill>
                  <a:srgbClr val="526578"/>
                </a:solidFill>
                <a:latin typeface="Leelawadee UI"/>
                <a:ea typeface="Leelawadee UI"/>
                <a:cs typeface="Leelawadee UI"/>
              </a:defRPr>
            </a:lvl4pPr>
            <a:lvl5pPr>
              <a:defRPr sz="1275" b="0">
                <a:solidFill>
                  <a:srgbClr val="526578"/>
                </a:solidFill>
                <a:latin typeface="Leelawadee UI"/>
                <a:ea typeface="Leelawadee UI"/>
                <a:cs typeface="Leelawadee UI"/>
              </a:defRPr>
            </a:lvl5pPr>
            <a:lvl6pPr>
              <a:defRPr sz="1275" b="0">
                <a:solidFill>
                  <a:srgbClr val="526578"/>
                </a:solidFill>
                <a:latin typeface="Leelawadee UI"/>
                <a:ea typeface="Leelawadee UI"/>
                <a:cs typeface="Leelawadee UI"/>
              </a:defRPr>
            </a:lvl6pPr>
            <a:lvl7pPr>
              <a:defRPr sz="1275" b="0">
                <a:solidFill>
                  <a:srgbClr val="526578"/>
                </a:solidFill>
                <a:latin typeface="Leelawadee UI"/>
                <a:ea typeface="Leelawadee UI"/>
                <a:cs typeface="Leelawadee UI"/>
              </a:defRPr>
            </a:lvl7pPr>
            <a:lvl8pPr>
              <a:defRPr sz="1275" b="0">
                <a:solidFill>
                  <a:srgbClr val="526578"/>
                </a:solidFill>
                <a:latin typeface="Leelawadee UI"/>
                <a:ea typeface="Leelawadee UI"/>
                <a:cs typeface="Leelawadee UI"/>
              </a:defRPr>
            </a:lvl8pPr>
            <a:lvl9pPr>
              <a:defRPr sz="1275" b="0">
                <a:solidFill>
                  <a:srgbClr val="526578"/>
                </a:solidFill>
                <a:latin typeface="Leelawadee UI"/>
                <a:ea typeface="Leelawadee UI"/>
                <a:cs typeface="Leelawadee UI"/>
              </a:defRPr>
            </a:lvl9pPr>
          </a:lstStyle>
          <a:p xmlns:a="http://schemas.openxmlformats.org/drawingml/2006/main">
            <a:pPr>
              <a:defRPr sz="1275" b="0">
                <a:solidFill>
                  <a:srgbClr val="526578"/>
                </a:solidFill>
                <a:latin typeface="Leelawadee UI"/>
                <a:ea typeface="Leelawadee UI"/>
                <a:cs typeface="Leelawadee UI"/>
              </a:defRPr>
            </a:pPr>
            <a:r>
              <a:rPr sz="1275" b="0">
                <a:solidFill>
                  <a:srgbClr val="526578"/>
                </a:solidFill>
                <a:latin typeface="Leelawadee UI"/>
                <a:ea typeface="Leelawadee UI"/>
                <a:cs typeface="Leelawadee UI"/>
              </a:rPr>
              <a:t>Deployment example. Configure site URLs before sharing. 23 October 2026.</a:t>
            </a:r>
          </a:p>
        </p:txBody>
      </p:sp>
    </p:spTree>
    <p:extLst>
      <p:ext uri="{BB962C8B-B14F-4D97-AF65-F5344CB8AC3E}">
        <p14:creationId xmlns:p14="http://schemas.microsoft.com/office/powerpoint/2010/main" val="4943877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4DEFDE-5636-492B-8CCA-C8B5AF1DE62C}"/>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D45"/>
                </a:solidFill>
                <a:latin typeface="Leelawadee UI"/>
                <a:ea typeface="Leelawadee UI"/>
                <a:cs typeface="Leelawadee UI"/>
              </a:defRPr>
            </a:defPPr>
            <a:lvl1pPr>
              <a:defRPr sz="3150" b="1">
                <a:solidFill>
                  <a:srgbClr val="102D45"/>
                </a:solidFill>
                <a:latin typeface="Leelawadee UI"/>
                <a:ea typeface="Leelawadee UI"/>
                <a:cs typeface="Leelawadee UI"/>
              </a:defRPr>
            </a:lvl1pPr>
            <a:lvl2pPr>
              <a:defRPr sz="3150" b="1">
                <a:solidFill>
                  <a:srgbClr val="102D45"/>
                </a:solidFill>
                <a:latin typeface="Leelawadee UI"/>
                <a:ea typeface="Leelawadee UI"/>
                <a:cs typeface="Leelawadee UI"/>
              </a:defRPr>
            </a:lvl2pPr>
            <a:lvl3pPr>
              <a:defRPr sz="3150" b="1">
                <a:solidFill>
                  <a:srgbClr val="102D45"/>
                </a:solidFill>
                <a:latin typeface="Leelawadee UI"/>
                <a:ea typeface="Leelawadee UI"/>
                <a:cs typeface="Leelawadee UI"/>
              </a:defRPr>
            </a:lvl3pPr>
            <a:lvl4pPr>
              <a:defRPr sz="3150" b="1">
                <a:solidFill>
                  <a:srgbClr val="102D45"/>
                </a:solidFill>
                <a:latin typeface="Leelawadee UI"/>
                <a:ea typeface="Leelawadee UI"/>
                <a:cs typeface="Leelawadee UI"/>
              </a:defRPr>
            </a:lvl4pPr>
            <a:lvl5pPr>
              <a:defRPr sz="3150" b="1">
                <a:solidFill>
                  <a:srgbClr val="102D45"/>
                </a:solidFill>
                <a:latin typeface="Leelawadee UI"/>
                <a:ea typeface="Leelawadee UI"/>
                <a:cs typeface="Leelawadee UI"/>
              </a:defRPr>
            </a:lvl5pPr>
            <a:lvl6pPr>
              <a:defRPr sz="3150" b="1">
                <a:solidFill>
                  <a:srgbClr val="102D45"/>
                </a:solidFill>
                <a:latin typeface="Leelawadee UI"/>
                <a:ea typeface="Leelawadee UI"/>
                <a:cs typeface="Leelawadee UI"/>
              </a:defRPr>
            </a:lvl6pPr>
            <a:lvl7pPr>
              <a:defRPr sz="3150" b="1">
                <a:solidFill>
                  <a:srgbClr val="102D45"/>
                </a:solidFill>
                <a:latin typeface="Leelawadee UI"/>
                <a:ea typeface="Leelawadee UI"/>
                <a:cs typeface="Leelawadee UI"/>
              </a:defRPr>
            </a:lvl7pPr>
            <a:lvl8pPr>
              <a:defRPr sz="3150" b="1">
                <a:solidFill>
                  <a:srgbClr val="102D45"/>
                </a:solidFill>
                <a:latin typeface="Leelawadee UI"/>
                <a:ea typeface="Leelawadee UI"/>
                <a:cs typeface="Leelawadee UI"/>
              </a:defRPr>
            </a:lvl8pPr>
            <a:lvl9pPr>
              <a:defRPr sz="3150" b="1">
                <a:solidFill>
                  <a:srgbClr val="102D45"/>
                </a:solidFill>
                <a:latin typeface="Leelawadee UI"/>
                <a:ea typeface="Leelawadee UI"/>
                <a:cs typeface="Leelawadee UI"/>
              </a:defRPr>
            </a:lvl9pPr>
          </a:lstStyle>
          <a:p xmlns:a="http://schemas.openxmlformats.org/drawingml/2006/main">
            <a:pPr>
              <a:defRPr sz="3150" b="1">
                <a:solidFill>
                  <a:srgbClr val="102D45"/>
                </a:solidFill>
                <a:latin typeface="Leelawadee UI"/>
                <a:ea typeface="Leelawadee UI"/>
                <a:cs typeface="Leelawadee UI"/>
              </a:defRPr>
            </a:pPr>
            <a:r>
              <a:rPr sz="3150" b="1">
                <a:solidFill>
                  <a:srgbClr val="102D45"/>
                </a:solidFill>
                <a:latin typeface="Leelawadee UI"/>
                <a:ea typeface="Leelawadee UI"/>
                <a:cs typeface="Leelawadee UI"/>
              </a:rPr>
              <a:t>Main and Test application links</a:t>
            </a:r>
          </a:p>
        </p:txBody>
      </p:sp>
      <p:sp>
        <p:nvSpPr>
          <p:cNvPr id="2" name="">
            <a:extLst xmlns:a="http://schemas.openxmlformats.org/drawingml/2006/main">
              <a:ext uri="{FF2B5EF4-FFF2-40B4-BE49-F238E27FC236}">
                <a16:creationId xmlns:a16="http://schemas.microsoft.com/office/drawing/2014/main" id="{CA044BA1-8F08-4E4B-890B-AF88EF71B275}"/>
              </a:ext>
            </a:extLst>
          </p:cNvPr>
          <p:cNvSpPr>
            <a:spLocks xmlns:a="http://schemas.openxmlformats.org/drawingml/2006/main" noGrp="1"/>
          </p:cNvSpPr>
          <p:nvPr/>
        </p:nvSpPr>
        <p:spPr>
          <a:xfrm xmlns:a="http://schemas.openxmlformats.org/drawingml/2006/main">
            <a:off x="628650" y="171450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01</a:t>
            </a:r>
          </a:p>
        </p:txBody>
      </p:sp>
      <p:sp>
        <p:nvSpPr>
          <p:cNvPr id="3" name="">
            <a:extLst xmlns:a="http://schemas.openxmlformats.org/drawingml/2006/main">
              <a:ext uri="{FF2B5EF4-FFF2-40B4-BE49-F238E27FC236}">
                <a16:creationId xmlns:a16="http://schemas.microsoft.com/office/drawing/2014/main" id="{DDDBD393-0001-4ED9-9AFD-F7F5727F1075}"/>
              </a:ext>
            </a:extLst>
          </p:cNvPr>
          <p:cNvSpPr>
            <a:spLocks xmlns:a="http://schemas.openxmlformats.org/drawingml/2006/main" noGrp="1"/>
          </p:cNvSpPr>
          <p:nvPr/>
        </p:nvSpPr>
        <p:spPr>
          <a:xfrm xmlns:a="http://schemas.openxmlformats.org/drawingml/2006/main">
            <a:off x="1371600" y="1695450"/>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Main: use configured gated and Public example aliases.</a:t>
            </a:r>
          </a:p>
        </p:txBody>
      </p:sp>
      <p:sp>
        <p:nvSpPr>
          <p:cNvPr id="4" name="">
            <a:extLst xmlns:a="http://schemas.openxmlformats.org/drawingml/2006/main">
              <a:ext uri="{FF2B5EF4-FFF2-40B4-BE49-F238E27FC236}">
                <a16:creationId xmlns:a16="http://schemas.microsoft.com/office/drawing/2014/main" id="{CB6807A4-FB11-4E13-9B2A-414D431E5524}"/>
              </a:ext>
            </a:extLst>
          </p:cNvPr>
          <p:cNvSpPr>
            <a:spLocks xmlns:a="http://schemas.openxmlformats.org/drawingml/2006/main" noGrp="1"/>
          </p:cNvSpPr>
          <p:nvPr/>
        </p:nvSpPr>
        <p:spPr>
          <a:xfrm xmlns:a="http://schemas.openxmlformats.org/drawingml/2006/main">
            <a:off x="628650" y="271462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02</a:t>
            </a:r>
          </a:p>
        </p:txBody>
      </p:sp>
      <p:sp>
        <p:nvSpPr>
          <p:cNvPr id="5" name="">
            <a:extLst xmlns:a="http://schemas.openxmlformats.org/drawingml/2006/main">
              <a:ext uri="{FF2B5EF4-FFF2-40B4-BE49-F238E27FC236}">
                <a16:creationId xmlns:a16="http://schemas.microsoft.com/office/drawing/2014/main" id="{4345F519-2F4E-40BD-B1A9-9977CFBD2D75}"/>
              </a:ext>
            </a:extLst>
          </p:cNvPr>
          <p:cNvSpPr>
            <a:spLocks xmlns:a="http://schemas.openxmlformats.org/drawingml/2006/main" noGrp="1"/>
          </p:cNvSpPr>
          <p:nvPr/>
        </p:nvSpPr>
        <p:spPr>
          <a:xfrm xmlns:a="http://schemas.openxmlformats.org/drawingml/2006/main">
            <a:off x="1371600" y="2695575"/>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Test App5: normal DSH sign-in, then return to the original tab.</a:t>
            </a:r>
          </a:p>
        </p:txBody>
      </p:sp>
      <p:sp>
        <p:nvSpPr>
          <p:cNvPr id="6" name="">
            <a:extLst xmlns:a="http://schemas.openxmlformats.org/drawingml/2006/main">
              <a:ext uri="{FF2B5EF4-FFF2-40B4-BE49-F238E27FC236}">
                <a16:creationId xmlns:a16="http://schemas.microsoft.com/office/drawing/2014/main" id="{D6121296-E9C8-4BFC-B7A7-3CF97C47ADB5}"/>
              </a:ext>
            </a:extLst>
          </p:cNvPr>
          <p:cNvSpPr>
            <a:spLocks xmlns:a="http://schemas.openxmlformats.org/drawingml/2006/main" noGrp="1"/>
          </p:cNvSpPr>
          <p:nvPr/>
        </p:nvSpPr>
        <p:spPr>
          <a:xfrm xmlns:a="http://schemas.openxmlformats.org/drawingml/2006/main">
            <a:off x="628650" y="371475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03</a:t>
            </a:r>
          </a:p>
        </p:txBody>
      </p:sp>
      <p:sp>
        <p:nvSpPr>
          <p:cNvPr id="7" name="">
            <a:extLst xmlns:a="http://schemas.openxmlformats.org/drawingml/2006/main">
              <a:ext uri="{FF2B5EF4-FFF2-40B4-BE49-F238E27FC236}">
                <a16:creationId xmlns:a16="http://schemas.microsoft.com/office/drawing/2014/main" id="{9237CA33-4ED1-42EA-8963-704C162C8872}"/>
              </a:ext>
            </a:extLst>
          </p:cNvPr>
          <p:cNvSpPr>
            <a:spLocks xmlns:a="http://schemas.openxmlformats.org/drawingml/2006/main" noGrp="1"/>
          </p:cNvSpPr>
          <p:nvPr/>
        </p:nvSpPr>
        <p:spPr>
          <a:xfrm xmlns:a="http://schemas.openxmlformats.org/drawingml/2006/main">
            <a:off x="1371600" y="3695700"/>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Test App6: Public routing with a separate destination login.</a:t>
            </a:r>
          </a:p>
        </p:txBody>
      </p:sp>
      <p:sp>
        <p:nvSpPr>
          <p:cNvPr id="8" name="">
            <a:extLst xmlns:a="http://schemas.openxmlformats.org/drawingml/2006/main">
              <a:ext uri="{FF2B5EF4-FFF2-40B4-BE49-F238E27FC236}">
                <a16:creationId xmlns:a16="http://schemas.microsoft.com/office/drawing/2014/main" id="{9EDE46E3-20D6-45A9-98E6-ED7A055BBA6B}"/>
              </a:ext>
            </a:extLst>
          </p:cNvPr>
          <p:cNvSpPr>
            <a:spLocks xmlns:a="http://schemas.openxmlformats.org/drawingml/2006/main" noGrp="1"/>
          </p:cNvSpPr>
          <p:nvPr/>
        </p:nvSpPr>
        <p:spPr>
          <a:xfrm xmlns:a="http://schemas.openxmlformats.org/drawingml/2006/main">
            <a:off x="628650" y="471487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04</a:t>
            </a:r>
          </a:p>
        </p:txBody>
      </p:sp>
      <p:sp>
        <p:nvSpPr>
          <p:cNvPr id="9" name="">
            <a:extLst xmlns:a="http://schemas.openxmlformats.org/drawingml/2006/main">
              <a:ext uri="{FF2B5EF4-FFF2-40B4-BE49-F238E27FC236}">
                <a16:creationId xmlns:a16="http://schemas.microsoft.com/office/drawing/2014/main" id="{9B72C028-2E07-4EBB-90E1-66A80D4BFEEF}"/>
              </a:ext>
            </a:extLst>
          </p:cNvPr>
          <p:cNvSpPr>
            <a:spLocks xmlns:a="http://schemas.openxmlformats.org/drawingml/2006/main" noGrp="1"/>
          </p:cNvSpPr>
          <p:nvPr/>
        </p:nvSpPr>
        <p:spPr>
          <a:xfrm xmlns:a="http://schemas.openxmlformats.org/drawingml/2006/main">
            <a:off x="1371600" y="4695825"/>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Replace example domains with operator-approved URLs.</a:t>
            </a:r>
          </a:p>
        </p:txBody>
      </p:sp>
      <p:sp>
        <p:nvSpPr>
          <p:cNvPr id="10" name="">
            <a:extLst xmlns:a="http://schemas.openxmlformats.org/drawingml/2006/main">
              <a:ext uri="{FF2B5EF4-FFF2-40B4-BE49-F238E27FC236}">
                <a16:creationId xmlns:a16="http://schemas.microsoft.com/office/drawing/2014/main" id="{90E5A0C1-A22E-413E-A385-EA4ED775B27C}"/>
              </a:ext>
            </a:extLst>
          </p:cNvPr>
          <p:cNvSpPr>
            <a:spLocks xmlns:a="http://schemas.openxmlformats.org/drawingml/2006/main" noGrp="1"/>
          </p:cNvSpPr>
          <p:nvPr/>
        </p:nvSpPr>
        <p:spPr>
          <a:xfrm xmlns:a="http://schemas.openxmlformats.org/drawingml/2006/main">
            <a:off x="647700" y="62579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8"/>
                </a:solidFill>
                <a:latin typeface="Leelawadee UI"/>
                <a:ea typeface="Leelawadee UI"/>
                <a:cs typeface="Leelawadee UI"/>
              </a:defRPr>
            </a:defPPr>
            <a:lvl1pPr>
              <a:defRPr sz="1275" b="0">
                <a:solidFill>
                  <a:srgbClr val="526578"/>
                </a:solidFill>
                <a:latin typeface="Leelawadee UI"/>
                <a:ea typeface="Leelawadee UI"/>
                <a:cs typeface="Leelawadee UI"/>
              </a:defRPr>
            </a:lvl1pPr>
            <a:lvl2pPr>
              <a:defRPr sz="1275" b="0">
                <a:solidFill>
                  <a:srgbClr val="526578"/>
                </a:solidFill>
                <a:latin typeface="Leelawadee UI"/>
                <a:ea typeface="Leelawadee UI"/>
                <a:cs typeface="Leelawadee UI"/>
              </a:defRPr>
            </a:lvl2pPr>
            <a:lvl3pPr>
              <a:defRPr sz="1275" b="0">
                <a:solidFill>
                  <a:srgbClr val="526578"/>
                </a:solidFill>
                <a:latin typeface="Leelawadee UI"/>
                <a:ea typeface="Leelawadee UI"/>
                <a:cs typeface="Leelawadee UI"/>
              </a:defRPr>
            </a:lvl3pPr>
            <a:lvl4pPr>
              <a:defRPr sz="1275" b="0">
                <a:solidFill>
                  <a:srgbClr val="526578"/>
                </a:solidFill>
                <a:latin typeface="Leelawadee UI"/>
                <a:ea typeface="Leelawadee UI"/>
                <a:cs typeface="Leelawadee UI"/>
              </a:defRPr>
            </a:lvl4pPr>
            <a:lvl5pPr>
              <a:defRPr sz="1275" b="0">
                <a:solidFill>
                  <a:srgbClr val="526578"/>
                </a:solidFill>
                <a:latin typeface="Leelawadee UI"/>
                <a:ea typeface="Leelawadee UI"/>
                <a:cs typeface="Leelawadee UI"/>
              </a:defRPr>
            </a:lvl5pPr>
            <a:lvl6pPr>
              <a:defRPr sz="1275" b="0">
                <a:solidFill>
                  <a:srgbClr val="526578"/>
                </a:solidFill>
                <a:latin typeface="Leelawadee UI"/>
                <a:ea typeface="Leelawadee UI"/>
                <a:cs typeface="Leelawadee UI"/>
              </a:defRPr>
            </a:lvl6pPr>
            <a:lvl7pPr>
              <a:defRPr sz="1275" b="0">
                <a:solidFill>
                  <a:srgbClr val="526578"/>
                </a:solidFill>
                <a:latin typeface="Leelawadee UI"/>
                <a:ea typeface="Leelawadee UI"/>
                <a:cs typeface="Leelawadee UI"/>
              </a:defRPr>
            </a:lvl7pPr>
            <a:lvl8pPr>
              <a:defRPr sz="1275" b="0">
                <a:solidFill>
                  <a:srgbClr val="526578"/>
                </a:solidFill>
                <a:latin typeface="Leelawadee UI"/>
                <a:ea typeface="Leelawadee UI"/>
                <a:cs typeface="Leelawadee UI"/>
              </a:defRPr>
            </a:lvl8pPr>
            <a:lvl9pPr>
              <a:defRPr sz="1275" b="0">
                <a:solidFill>
                  <a:srgbClr val="526578"/>
                </a:solidFill>
                <a:latin typeface="Leelawadee UI"/>
                <a:ea typeface="Leelawadee UI"/>
                <a:cs typeface="Leelawadee UI"/>
              </a:defRPr>
            </a:lvl9pPr>
          </a:lstStyle>
          <a:p xmlns:a="http://schemas.openxmlformats.org/drawingml/2006/main">
            <a:pPr>
              <a:defRPr sz="1275" b="0">
                <a:solidFill>
                  <a:srgbClr val="526578"/>
                </a:solidFill>
                <a:latin typeface="Leelawadee UI"/>
                <a:ea typeface="Leelawadee UI"/>
                <a:cs typeface="Leelawadee UI"/>
              </a:defRPr>
            </a:pPr>
            <a:r>
              <a:rPr sz="1275" b="0">
                <a:solidFill>
                  <a:srgbClr val="526578"/>
                </a:solidFill>
                <a:latin typeface="Leelawadee UI"/>
                <a:ea typeface="Leelawadee UI"/>
                <a:cs typeface="Leelawadee UI"/>
              </a:rPr>
              <a:t>Deployment example. Configure site URLs before sharing. 23 October 2026.</a:t>
            </a:r>
          </a:p>
        </p:txBody>
      </p:sp>
    </p:spTree>
    <p:extLst>
      <p:ext uri="{BB962C8B-B14F-4D97-AF65-F5344CB8AC3E}">
        <p14:creationId xmlns:p14="http://schemas.microsoft.com/office/powerpoint/2010/main" val="7338995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C2E44E-715E-4E02-8D8A-8753674A398D}"/>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D45"/>
                </a:solidFill>
                <a:latin typeface="Leelawadee UI"/>
                <a:ea typeface="Leelawadee UI"/>
                <a:cs typeface="Leelawadee UI"/>
              </a:defRPr>
            </a:defPPr>
            <a:lvl1pPr>
              <a:defRPr sz="3150" b="1">
                <a:solidFill>
                  <a:srgbClr val="102D45"/>
                </a:solidFill>
                <a:latin typeface="Leelawadee UI"/>
                <a:ea typeface="Leelawadee UI"/>
                <a:cs typeface="Leelawadee UI"/>
              </a:defRPr>
            </a:lvl1pPr>
            <a:lvl2pPr>
              <a:defRPr sz="3150" b="1">
                <a:solidFill>
                  <a:srgbClr val="102D45"/>
                </a:solidFill>
                <a:latin typeface="Leelawadee UI"/>
                <a:ea typeface="Leelawadee UI"/>
                <a:cs typeface="Leelawadee UI"/>
              </a:defRPr>
            </a:lvl2pPr>
            <a:lvl3pPr>
              <a:defRPr sz="3150" b="1">
                <a:solidFill>
                  <a:srgbClr val="102D45"/>
                </a:solidFill>
                <a:latin typeface="Leelawadee UI"/>
                <a:ea typeface="Leelawadee UI"/>
                <a:cs typeface="Leelawadee UI"/>
              </a:defRPr>
            </a:lvl3pPr>
            <a:lvl4pPr>
              <a:defRPr sz="3150" b="1">
                <a:solidFill>
                  <a:srgbClr val="102D45"/>
                </a:solidFill>
                <a:latin typeface="Leelawadee UI"/>
                <a:ea typeface="Leelawadee UI"/>
                <a:cs typeface="Leelawadee UI"/>
              </a:defRPr>
            </a:lvl4pPr>
            <a:lvl5pPr>
              <a:defRPr sz="3150" b="1">
                <a:solidFill>
                  <a:srgbClr val="102D45"/>
                </a:solidFill>
                <a:latin typeface="Leelawadee UI"/>
                <a:ea typeface="Leelawadee UI"/>
                <a:cs typeface="Leelawadee UI"/>
              </a:defRPr>
            </a:lvl5pPr>
            <a:lvl6pPr>
              <a:defRPr sz="3150" b="1">
                <a:solidFill>
                  <a:srgbClr val="102D45"/>
                </a:solidFill>
                <a:latin typeface="Leelawadee UI"/>
                <a:ea typeface="Leelawadee UI"/>
                <a:cs typeface="Leelawadee UI"/>
              </a:defRPr>
            </a:lvl6pPr>
            <a:lvl7pPr>
              <a:defRPr sz="3150" b="1">
                <a:solidFill>
                  <a:srgbClr val="102D45"/>
                </a:solidFill>
                <a:latin typeface="Leelawadee UI"/>
                <a:ea typeface="Leelawadee UI"/>
                <a:cs typeface="Leelawadee UI"/>
              </a:defRPr>
            </a:lvl7pPr>
            <a:lvl8pPr>
              <a:defRPr sz="3150" b="1">
                <a:solidFill>
                  <a:srgbClr val="102D45"/>
                </a:solidFill>
                <a:latin typeface="Leelawadee UI"/>
                <a:ea typeface="Leelawadee UI"/>
                <a:cs typeface="Leelawadee UI"/>
              </a:defRPr>
            </a:lvl8pPr>
            <a:lvl9pPr>
              <a:defRPr sz="3150" b="1">
                <a:solidFill>
                  <a:srgbClr val="102D45"/>
                </a:solidFill>
                <a:latin typeface="Leelawadee UI"/>
                <a:ea typeface="Leelawadee UI"/>
                <a:cs typeface="Leelawadee UI"/>
              </a:defRPr>
            </a:lvl9pPr>
          </a:lstStyle>
          <a:p xmlns:a="http://schemas.openxmlformats.org/drawingml/2006/main">
            <a:pPr>
              <a:defRPr sz="3150" b="1">
                <a:solidFill>
                  <a:srgbClr val="102D45"/>
                </a:solidFill>
                <a:latin typeface="Leelawadee UI"/>
                <a:ea typeface="Leelawadee UI"/>
                <a:cs typeface="Leelawadee UI"/>
              </a:defRPr>
            </a:pPr>
            <a:r>
              <a:rPr sz="3150" b="1">
                <a:solidFill>
                  <a:srgbClr val="102D45"/>
                </a:solidFill>
                <a:latin typeface="Leelawadee UI"/>
                <a:ea typeface="Leelawadee UI"/>
                <a:cs typeface="Leelawadee UI"/>
              </a:rPr>
              <a:t>Fresh login checks and the latest course</a:t>
            </a:r>
          </a:p>
        </p:txBody>
      </p:sp>
      <p:sp>
        <p:nvSpPr>
          <p:cNvPr id="2" name="">
            <a:extLst xmlns:a="http://schemas.openxmlformats.org/drawingml/2006/main">
              <a:ext uri="{FF2B5EF4-FFF2-40B4-BE49-F238E27FC236}">
                <a16:creationId xmlns:a16="http://schemas.microsoft.com/office/drawing/2014/main" id="{149D4C00-A116-48D3-B2C7-E56EB2DD3001}"/>
              </a:ext>
            </a:extLst>
          </p:cNvPr>
          <p:cNvSpPr>
            <a:spLocks xmlns:a="http://schemas.openxmlformats.org/drawingml/2006/main" noGrp="1"/>
          </p:cNvSpPr>
          <p:nvPr/>
        </p:nvSpPr>
        <p:spPr>
          <a:xfrm xmlns:a="http://schemas.openxmlformats.org/drawingml/2006/main">
            <a:off x="628650" y="171450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01</a:t>
            </a:r>
          </a:p>
        </p:txBody>
      </p:sp>
      <p:sp>
        <p:nvSpPr>
          <p:cNvPr id="3" name="">
            <a:extLst xmlns:a="http://schemas.openxmlformats.org/drawingml/2006/main">
              <a:ext uri="{FF2B5EF4-FFF2-40B4-BE49-F238E27FC236}">
                <a16:creationId xmlns:a16="http://schemas.microsoft.com/office/drawing/2014/main" id="{C7F4E121-723B-41BB-8240-684B9D09B129}"/>
              </a:ext>
            </a:extLst>
          </p:cNvPr>
          <p:cNvSpPr>
            <a:spLocks xmlns:a="http://schemas.openxmlformats.org/drawingml/2006/main" noGrp="1"/>
          </p:cNvSpPr>
          <p:nvPr/>
        </p:nvSpPr>
        <p:spPr>
          <a:xfrm xmlns:a="http://schemas.openxmlformats.org/drawingml/2006/main">
            <a:off x="1371600" y="1695450"/>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App5 resumed its original tab. Normal DSH login was restored.</a:t>
            </a:r>
          </a:p>
        </p:txBody>
      </p:sp>
      <p:sp>
        <p:nvSpPr>
          <p:cNvPr id="4" name="">
            <a:extLst xmlns:a="http://schemas.openxmlformats.org/drawingml/2006/main">
              <a:ext uri="{FF2B5EF4-FFF2-40B4-BE49-F238E27FC236}">
                <a16:creationId xmlns:a16="http://schemas.microsoft.com/office/drawing/2014/main" id="{A0D67513-0179-4C05-B666-AAEB9FDD0D4A}"/>
              </a:ext>
            </a:extLst>
          </p:cNvPr>
          <p:cNvSpPr>
            <a:spLocks xmlns:a="http://schemas.openxmlformats.org/drawingml/2006/main" noGrp="1"/>
          </p:cNvSpPr>
          <p:nvPr/>
        </p:nvSpPr>
        <p:spPr>
          <a:xfrm xmlns:a="http://schemas.openxmlformats.org/drawingml/2006/main">
            <a:off x="628650" y="271462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02</a:t>
            </a:r>
          </a:p>
        </p:txBody>
      </p:sp>
      <p:sp>
        <p:nvSpPr>
          <p:cNvPr id="5" name="">
            <a:extLst xmlns:a="http://schemas.openxmlformats.org/drawingml/2006/main">
              <a:ext uri="{FF2B5EF4-FFF2-40B4-BE49-F238E27FC236}">
                <a16:creationId xmlns:a16="http://schemas.microsoft.com/office/drawing/2014/main" id="{6E28D8C8-8075-424E-A84B-66C226697F04}"/>
              </a:ext>
            </a:extLst>
          </p:cNvPr>
          <p:cNvSpPr>
            <a:spLocks xmlns:a="http://schemas.openxmlformats.org/drawingml/2006/main" noGrp="1"/>
          </p:cNvSpPr>
          <p:nvPr/>
        </p:nvSpPr>
        <p:spPr>
          <a:xfrm xmlns:a="http://schemas.openxmlformats.org/drawingml/2006/main">
            <a:off x="1371600" y="2695575"/>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App6 own login passed without a DSH cookie; it could not bypass App5.</a:t>
            </a:r>
          </a:p>
        </p:txBody>
      </p:sp>
      <p:sp>
        <p:nvSpPr>
          <p:cNvPr id="6" name="">
            <a:extLst xmlns:a="http://schemas.openxmlformats.org/drawingml/2006/main">
              <a:ext uri="{FF2B5EF4-FFF2-40B4-BE49-F238E27FC236}">
                <a16:creationId xmlns:a16="http://schemas.microsoft.com/office/drawing/2014/main" id="{033CC0A0-094A-4CA3-B4CB-20B2EF694AAA}"/>
              </a:ext>
            </a:extLst>
          </p:cNvPr>
          <p:cNvSpPr>
            <a:spLocks xmlns:a="http://schemas.openxmlformats.org/drawingml/2006/main" noGrp="1"/>
          </p:cNvSpPr>
          <p:nvPr/>
        </p:nvSpPr>
        <p:spPr>
          <a:xfrm xmlns:a="http://schemas.openxmlformats.org/drawingml/2006/main">
            <a:off x="628650" y="371475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03</a:t>
            </a:r>
          </a:p>
        </p:txBody>
      </p:sp>
      <p:sp>
        <p:nvSpPr>
          <p:cNvPr id="7" name="">
            <a:extLst xmlns:a="http://schemas.openxmlformats.org/drawingml/2006/main">
              <a:ext uri="{FF2B5EF4-FFF2-40B4-BE49-F238E27FC236}">
                <a16:creationId xmlns:a16="http://schemas.microsoft.com/office/drawing/2014/main" id="{081081DA-F0D9-42C0-A162-3728C3B253AE}"/>
              </a:ext>
            </a:extLst>
          </p:cNvPr>
          <p:cNvSpPr>
            <a:spLocks xmlns:a="http://schemas.openxmlformats.org/drawingml/2006/main" noGrp="1"/>
          </p:cNvSpPr>
          <p:nvPr/>
        </p:nvSpPr>
        <p:spPr>
          <a:xfrm xmlns:a="http://schemas.openxmlformats.org/drawingml/2006/main">
            <a:off x="1371600" y="3695700"/>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u="sng">
                <a:solidFill>
                  <a:srgbClr val="102D45"/>
                </a:solidFill>
                <a:latin typeface="Leelawadee UI"/>
                <a:ea typeface="Leelawadee UI"/>
                <a:cs typeface="Leelawadee UI"/>
                <a:hlinkClick xmlns:ns0="http://schemas.openxmlformats.org/officeDocument/2006/relationships" ns0:id="rIdCurrentAppLink2"/>
              </a:rPr>
              <a:t>Sanitized guide and media: docs/APP_LINKS_AND_STATUS.html</a:t>
            </a:r>
          </a:p>
        </p:txBody>
      </p:sp>
      <p:sp>
        <p:nvSpPr>
          <p:cNvPr id="8" name="">
            <a:extLst xmlns:a="http://schemas.openxmlformats.org/drawingml/2006/main">
              <a:ext uri="{FF2B5EF4-FFF2-40B4-BE49-F238E27FC236}">
                <a16:creationId xmlns:a16="http://schemas.microsoft.com/office/drawing/2014/main" id="{E812E57E-4F3D-4A23-A3D3-13D9BA4F3BDE}"/>
              </a:ext>
            </a:extLst>
          </p:cNvPr>
          <p:cNvSpPr>
            <a:spLocks xmlns:a="http://schemas.openxmlformats.org/drawingml/2006/main" noGrp="1"/>
          </p:cNvSpPr>
          <p:nvPr/>
        </p:nvSpPr>
        <p:spPr>
          <a:xfrm xmlns:a="http://schemas.openxmlformats.org/drawingml/2006/main">
            <a:off x="628650" y="471487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B"/>
                </a:solidFill>
                <a:latin typeface="Leelawadee UI"/>
                <a:ea typeface="Leelawadee UI"/>
                <a:cs typeface="Leelawadee UI"/>
              </a:defRPr>
            </a:defPPr>
            <a:lvl1pPr>
              <a:defRPr sz="2100" b="1">
                <a:solidFill>
                  <a:srgbClr val="087E8B"/>
                </a:solidFill>
                <a:latin typeface="Leelawadee UI"/>
                <a:ea typeface="Leelawadee UI"/>
                <a:cs typeface="Leelawadee UI"/>
              </a:defRPr>
            </a:lvl1pPr>
            <a:lvl2pPr>
              <a:defRPr sz="2100" b="1">
                <a:solidFill>
                  <a:srgbClr val="087E8B"/>
                </a:solidFill>
                <a:latin typeface="Leelawadee UI"/>
                <a:ea typeface="Leelawadee UI"/>
                <a:cs typeface="Leelawadee UI"/>
              </a:defRPr>
            </a:lvl2pPr>
            <a:lvl3pPr>
              <a:defRPr sz="2100" b="1">
                <a:solidFill>
                  <a:srgbClr val="087E8B"/>
                </a:solidFill>
                <a:latin typeface="Leelawadee UI"/>
                <a:ea typeface="Leelawadee UI"/>
                <a:cs typeface="Leelawadee UI"/>
              </a:defRPr>
            </a:lvl3pPr>
            <a:lvl4pPr>
              <a:defRPr sz="2100" b="1">
                <a:solidFill>
                  <a:srgbClr val="087E8B"/>
                </a:solidFill>
                <a:latin typeface="Leelawadee UI"/>
                <a:ea typeface="Leelawadee UI"/>
                <a:cs typeface="Leelawadee UI"/>
              </a:defRPr>
            </a:lvl4pPr>
            <a:lvl5pPr>
              <a:defRPr sz="2100" b="1">
                <a:solidFill>
                  <a:srgbClr val="087E8B"/>
                </a:solidFill>
                <a:latin typeface="Leelawadee UI"/>
                <a:ea typeface="Leelawadee UI"/>
                <a:cs typeface="Leelawadee UI"/>
              </a:defRPr>
            </a:lvl5pPr>
            <a:lvl6pPr>
              <a:defRPr sz="2100" b="1">
                <a:solidFill>
                  <a:srgbClr val="087E8B"/>
                </a:solidFill>
                <a:latin typeface="Leelawadee UI"/>
                <a:ea typeface="Leelawadee UI"/>
                <a:cs typeface="Leelawadee UI"/>
              </a:defRPr>
            </a:lvl6pPr>
            <a:lvl7pPr>
              <a:defRPr sz="2100" b="1">
                <a:solidFill>
                  <a:srgbClr val="087E8B"/>
                </a:solidFill>
                <a:latin typeface="Leelawadee UI"/>
                <a:ea typeface="Leelawadee UI"/>
                <a:cs typeface="Leelawadee UI"/>
              </a:defRPr>
            </a:lvl7pPr>
            <a:lvl8pPr>
              <a:defRPr sz="2100" b="1">
                <a:solidFill>
                  <a:srgbClr val="087E8B"/>
                </a:solidFill>
                <a:latin typeface="Leelawadee UI"/>
                <a:ea typeface="Leelawadee UI"/>
                <a:cs typeface="Leelawadee UI"/>
              </a:defRPr>
            </a:lvl8pPr>
            <a:lvl9pPr>
              <a:defRPr sz="2100" b="1">
                <a:solidFill>
                  <a:srgbClr val="087E8B"/>
                </a:solidFill>
                <a:latin typeface="Leelawadee UI"/>
                <a:ea typeface="Leelawadee UI"/>
                <a:cs typeface="Leelawadee UI"/>
              </a:defRPr>
            </a:lvl9pPr>
          </a:lstStyle>
          <a:p xmlns:a="http://schemas.openxmlformats.org/drawingml/2006/main">
            <a:pPr>
              <a:defRPr sz="2100" b="1">
                <a:solidFill>
                  <a:srgbClr val="087E8B"/>
                </a:solidFill>
                <a:latin typeface="Leelawadee UI"/>
                <a:ea typeface="Leelawadee UI"/>
                <a:cs typeface="Leelawadee UI"/>
              </a:defRPr>
            </a:pPr>
            <a:r>
              <a:rPr sz="2100" b="1">
                <a:solidFill>
                  <a:srgbClr val="087E8B"/>
                </a:solidFill>
                <a:latin typeface="Leelawadee UI"/>
                <a:ea typeface="Leelawadee UI"/>
                <a:cs typeface="Leelawadee UI"/>
              </a:rPr>
              <a:t>04</a:t>
            </a:r>
          </a:p>
        </p:txBody>
      </p:sp>
      <p:sp>
        <p:nvSpPr>
          <p:cNvPr id="9" name="">
            <a:extLst xmlns:a="http://schemas.openxmlformats.org/drawingml/2006/main">
              <a:ext uri="{FF2B5EF4-FFF2-40B4-BE49-F238E27FC236}">
                <a16:creationId xmlns:a16="http://schemas.microsoft.com/office/drawing/2014/main" id="{9F66D44D-7C61-4180-9C0E-EF1F16BD4FF6}"/>
              </a:ext>
            </a:extLst>
          </p:cNvPr>
          <p:cNvSpPr>
            <a:spLocks xmlns:a="http://schemas.openxmlformats.org/drawingml/2006/main" noGrp="1"/>
          </p:cNvSpPr>
          <p:nvPr/>
        </p:nvSpPr>
        <p:spPr>
          <a:xfrm xmlns:a="http://schemas.openxmlformats.org/drawingml/2006/main">
            <a:off x="1371600" y="4695825"/>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D45"/>
                </a:solidFill>
                <a:latin typeface="Leelawadee UI"/>
                <a:ea typeface="Leelawadee UI"/>
                <a:cs typeface="Leelawadee UI"/>
              </a:defRPr>
            </a:defPPr>
            <a:lvl1pPr>
              <a:defRPr sz="1875" b="0">
                <a:solidFill>
                  <a:srgbClr val="102D45"/>
                </a:solidFill>
                <a:latin typeface="Leelawadee UI"/>
                <a:ea typeface="Leelawadee UI"/>
                <a:cs typeface="Leelawadee UI"/>
              </a:defRPr>
            </a:lvl1pPr>
            <a:lvl2pPr>
              <a:defRPr sz="1875" b="0">
                <a:solidFill>
                  <a:srgbClr val="102D45"/>
                </a:solidFill>
                <a:latin typeface="Leelawadee UI"/>
                <a:ea typeface="Leelawadee UI"/>
                <a:cs typeface="Leelawadee UI"/>
              </a:defRPr>
            </a:lvl2pPr>
            <a:lvl3pPr>
              <a:defRPr sz="1875" b="0">
                <a:solidFill>
                  <a:srgbClr val="102D45"/>
                </a:solidFill>
                <a:latin typeface="Leelawadee UI"/>
                <a:ea typeface="Leelawadee UI"/>
                <a:cs typeface="Leelawadee UI"/>
              </a:defRPr>
            </a:lvl3pPr>
            <a:lvl4pPr>
              <a:defRPr sz="1875" b="0">
                <a:solidFill>
                  <a:srgbClr val="102D45"/>
                </a:solidFill>
                <a:latin typeface="Leelawadee UI"/>
                <a:ea typeface="Leelawadee UI"/>
                <a:cs typeface="Leelawadee UI"/>
              </a:defRPr>
            </a:lvl4pPr>
            <a:lvl5pPr>
              <a:defRPr sz="1875" b="0">
                <a:solidFill>
                  <a:srgbClr val="102D45"/>
                </a:solidFill>
                <a:latin typeface="Leelawadee UI"/>
                <a:ea typeface="Leelawadee UI"/>
                <a:cs typeface="Leelawadee UI"/>
              </a:defRPr>
            </a:lvl5pPr>
            <a:lvl6pPr>
              <a:defRPr sz="1875" b="0">
                <a:solidFill>
                  <a:srgbClr val="102D45"/>
                </a:solidFill>
                <a:latin typeface="Leelawadee UI"/>
                <a:ea typeface="Leelawadee UI"/>
                <a:cs typeface="Leelawadee UI"/>
              </a:defRPr>
            </a:lvl6pPr>
            <a:lvl7pPr>
              <a:defRPr sz="1875" b="0">
                <a:solidFill>
                  <a:srgbClr val="102D45"/>
                </a:solidFill>
                <a:latin typeface="Leelawadee UI"/>
                <a:ea typeface="Leelawadee UI"/>
                <a:cs typeface="Leelawadee UI"/>
              </a:defRPr>
            </a:lvl7pPr>
            <a:lvl8pPr>
              <a:defRPr sz="1875" b="0">
                <a:solidFill>
                  <a:srgbClr val="102D45"/>
                </a:solidFill>
                <a:latin typeface="Leelawadee UI"/>
                <a:ea typeface="Leelawadee UI"/>
                <a:cs typeface="Leelawadee UI"/>
              </a:defRPr>
            </a:lvl8pPr>
            <a:lvl9pPr>
              <a:defRPr sz="1875" b="0">
                <a:solidFill>
                  <a:srgbClr val="102D45"/>
                </a:solidFill>
                <a:latin typeface="Leelawadee UI"/>
                <a:ea typeface="Leelawadee UI"/>
                <a:cs typeface="Leelawadee UI"/>
              </a:defRPr>
            </a:lvl9pPr>
          </a:lstStyle>
          <a:p xmlns:a="http://schemas.openxmlformats.org/drawingml/2006/main">
            <a:pPr>
              <a:defRPr sz="1875" b="0">
                <a:solidFill>
                  <a:srgbClr val="102D45"/>
                </a:solidFill>
                <a:latin typeface="Leelawadee UI"/>
                <a:ea typeface="Leelawadee UI"/>
                <a:cs typeface="Leelawadee UI"/>
              </a:defRPr>
            </a:pPr>
            <a:r>
              <a:rPr sz="1875" b="0">
                <a:solidFill>
                  <a:srgbClr val="102D45"/>
                </a:solidFill>
                <a:latin typeface="Leelawadee UI"/>
                <a:ea typeface="Leelawadee UI"/>
                <a:cs typeface="Leelawadee UI"/>
              </a:rPr>
              <a:t>Private full-course hosting and app URLs are supplied by your operator.</a:t>
            </a:r>
          </a:p>
        </p:txBody>
      </p:sp>
      <p:sp>
        <p:nvSpPr>
          <p:cNvPr id="10" name="">
            <a:extLst xmlns:a="http://schemas.openxmlformats.org/drawingml/2006/main">
              <a:ext uri="{FF2B5EF4-FFF2-40B4-BE49-F238E27FC236}">
                <a16:creationId xmlns:a16="http://schemas.microsoft.com/office/drawing/2014/main" id="{0D79B3FA-BB1D-4877-BA25-23BD8FCEBBDA}"/>
              </a:ext>
            </a:extLst>
          </p:cNvPr>
          <p:cNvSpPr>
            <a:spLocks xmlns:a="http://schemas.openxmlformats.org/drawingml/2006/main" noGrp="1"/>
          </p:cNvSpPr>
          <p:nvPr/>
        </p:nvSpPr>
        <p:spPr>
          <a:xfrm xmlns:a="http://schemas.openxmlformats.org/drawingml/2006/main">
            <a:off x="647700" y="62579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8"/>
                </a:solidFill>
                <a:latin typeface="Leelawadee UI"/>
                <a:ea typeface="Leelawadee UI"/>
                <a:cs typeface="Leelawadee UI"/>
              </a:defRPr>
            </a:defPPr>
            <a:lvl1pPr>
              <a:defRPr sz="1275" b="0">
                <a:solidFill>
                  <a:srgbClr val="526578"/>
                </a:solidFill>
                <a:latin typeface="Leelawadee UI"/>
                <a:ea typeface="Leelawadee UI"/>
                <a:cs typeface="Leelawadee UI"/>
              </a:defRPr>
            </a:lvl1pPr>
            <a:lvl2pPr>
              <a:defRPr sz="1275" b="0">
                <a:solidFill>
                  <a:srgbClr val="526578"/>
                </a:solidFill>
                <a:latin typeface="Leelawadee UI"/>
                <a:ea typeface="Leelawadee UI"/>
                <a:cs typeface="Leelawadee UI"/>
              </a:defRPr>
            </a:lvl2pPr>
            <a:lvl3pPr>
              <a:defRPr sz="1275" b="0">
                <a:solidFill>
                  <a:srgbClr val="526578"/>
                </a:solidFill>
                <a:latin typeface="Leelawadee UI"/>
                <a:ea typeface="Leelawadee UI"/>
                <a:cs typeface="Leelawadee UI"/>
              </a:defRPr>
            </a:lvl3pPr>
            <a:lvl4pPr>
              <a:defRPr sz="1275" b="0">
                <a:solidFill>
                  <a:srgbClr val="526578"/>
                </a:solidFill>
                <a:latin typeface="Leelawadee UI"/>
                <a:ea typeface="Leelawadee UI"/>
                <a:cs typeface="Leelawadee UI"/>
              </a:defRPr>
            </a:lvl4pPr>
            <a:lvl5pPr>
              <a:defRPr sz="1275" b="0">
                <a:solidFill>
                  <a:srgbClr val="526578"/>
                </a:solidFill>
                <a:latin typeface="Leelawadee UI"/>
                <a:ea typeface="Leelawadee UI"/>
                <a:cs typeface="Leelawadee UI"/>
              </a:defRPr>
            </a:lvl5pPr>
            <a:lvl6pPr>
              <a:defRPr sz="1275" b="0">
                <a:solidFill>
                  <a:srgbClr val="526578"/>
                </a:solidFill>
                <a:latin typeface="Leelawadee UI"/>
                <a:ea typeface="Leelawadee UI"/>
                <a:cs typeface="Leelawadee UI"/>
              </a:defRPr>
            </a:lvl6pPr>
            <a:lvl7pPr>
              <a:defRPr sz="1275" b="0">
                <a:solidFill>
                  <a:srgbClr val="526578"/>
                </a:solidFill>
                <a:latin typeface="Leelawadee UI"/>
                <a:ea typeface="Leelawadee UI"/>
                <a:cs typeface="Leelawadee UI"/>
              </a:defRPr>
            </a:lvl7pPr>
            <a:lvl8pPr>
              <a:defRPr sz="1275" b="0">
                <a:solidFill>
                  <a:srgbClr val="526578"/>
                </a:solidFill>
                <a:latin typeface="Leelawadee UI"/>
                <a:ea typeface="Leelawadee UI"/>
                <a:cs typeface="Leelawadee UI"/>
              </a:defRPr>
            </a:lvl8pPr>
            <a:lvl9pPr>
              <a:defRPr sz="1275" b="0">
                <a:solidFill>
                  <a:srgbClr val="526578"/>
                </a:solidFill>
                <a:latin typeface="Leelawadee UI"/>
                <a:ea typeface="Leelawadee UI"/>
                <a:cs typeface="Leelawadee UI"/>
              </a:defRPr>
            </a:lvl9pPr>
          </a:lstStyle>
          <a:p xmlns:a="http://schemas.openxmlformats.org/drawingml/2006/main">
            <a:pPr>
              <a:defRPr sz="1275" b="0">
                <a:solidFill>
                  <a:srgbClr val="526578"/>
                </a:solidFill>
                <a:latin typeface="Leelawadee UI"/>
                <a:ea typeface="Leelawadee UI"/>
                <a:cs typeface="Leelawadee UI"/>
              </a:defRPr>
            </a:pPr>
            <a:r>
              <a:rPr sz="1275" b="0">
                <a:solidFill>
                  <a:srgbClr val="526578"/>
                </a:solidFill>
                <a:latin typeface="Leelawadee UI"/>
                <a:ea typeface="Leelawadee UI"/>
                <a:cs typeface="Leelawadee UI"/>
              </a:rPr>
              <a:t>Deployment example. Configure site URLs before sharing. 23 October 2026.</a:t>
            </a:r>
          </a:p>
        </p:txBody>
      </p:sp>
    </p:spTree>
    <p:extLst>
      <p:ext uri="{BB962C8B-B14F-4D97-AF65-F5344CB8AC3E}">
        <p14:creationId xmlns:p14="http://schemas.microsoft.com/office/powerpoint/2010/main" val="1975763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2026-10-23T08:40:06.8310000Z</dcterms:created>
  <dcterms:modified xsi:type="dcterms:W3CDTF">2026-10-23T08:40:06.8310000Z</dcterms:modified>
</coreProperties>
</file>